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Roboto" panose="02000000000000000000" pitchFamily="2" charset="0"/>
      <p:regular r:id="rId11"/>
      <p:italic r:id="rId12"/>
    </p:embeddedFont>
    <p:embeddedFont>
      <p:font typeface="Roboto Bold" panose="02000000000000000000" charset="0"/>
      <p:regular r:id="rId13"/>
    </p:embeddedFont>
    <p:embeddedFont>
      <p:font typeface="Roboto Slab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71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552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ThreatFusion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2154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 Intelligence Correlation &amp; Alert Prioritisation Assistant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9002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FourPointers · IBM BoB AI Innovation Hackathon 2026 · D2 Track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5AEA6-DB54-933B-1BD3-F3DDB34F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742" y="6233106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277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— Alert Overload and Fragmentation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918718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Thousands of fragmented alerts across sensors and tools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is manual, slow, and error-prone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false-positive rates waste SOC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threat signals are often buried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Commanders require concise, actionable intelligence — not raw noise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697B9-943F-4C3B-9E32-E7A72292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937" y="6233106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397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 — ThreatFusion Pipeline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4544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Alerts → Correlation → ATT&amp;CK Analysis → Risk Scoring → Incident Promotion → BLUF + Runbook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69518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D7DF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237210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20575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entity ≠ confirmed threat. We require behavioral evidence before promotion.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660087" y="3938091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Raw Alerts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660087" y="4346773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 multi-source telemetry (logs, EDR, network, threat feeds).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361746" y="3938091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Correlation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5361746" y="4346773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Weighted entity linking to form coherent clusters.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63406" y="3938091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ATT&amp;CK Analysis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063406" y="4346773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behaviors to ATT&amp;CK techniques and flow coherence.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0B101A-F932-B1C4-2BB9-F66DE5970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170304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880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Intelligence — What Makes an Incident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069306"/>
            <a:ext cx="2575357" cy="1989237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258318"/>
            <a:ext cx="21973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Weighted Entity Correlation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962275"/>
            <a:ext cx="21973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entity links by provenance, frequency, and semantic match.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069306"/>
            <a:ext cx="2575456" cy="1989237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3614846" y="2258318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Temporal Analysis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14846" y="2667000"/>
            <a:ext cx="21974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 and timing validate causal chains across events.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069306"/>
            <a:ext cx="2575456" cy="1989237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6379308" y="2258318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ATT&amp;CK Mapping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2667000"/>
            <a:ext cx="21974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Technique-level evidence connects alerts to adversary behaviors.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069306"/>
            <a:ext cx="2575456" cy="1989237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3771" y="2258318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Attack-Flow Coherence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43771" y="2962275"/>
            <a:ext cx="21974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clustered activity form a plausible attack narrative?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247555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482" y="443656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Explainable Risk Scoring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0482" y="4845248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score composed from evidentiary components.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247555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6379308" y="4436566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Evidence-Based Promotion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79308" y="4845248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only when behavioral thresholds are met — traceable justification.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6B0A86A-E323-A04E-61B1-BDEE2061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937" y="6233106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249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IBM Bob + MCP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359098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ThreatFusion connects to IBM Bob through the MCP server to surface investigation outputs to analysts and commanders.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3761"/>
            <a:ext cx="450343" cy="450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98725"/>
            <a:ext cx="34798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Read-only via MCP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883198"/>
            <a:ext cx="34798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read-only investigation tools preserve data integrity and auditability.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892" y="1833761"/>
            <a:ext cx="450343" cy="4503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5892" y="2498725"/>
            <a:ext cx="34798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/investigate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355892" y="2883198"/>
            <a:ext cx="34798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query of correlated entities and timelines.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0309" y="1833761"/>
            <a:ext cx="450343" cy="4503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0309" y="2498725"/>
            <a:ext cx="347991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/explain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50309" y="2883198"/>
            <a:ext cx="347991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rationale for correlation and scoring components.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89561"/>
            <a:ext cx="450343" cy="4503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454525"/>
            <a:ext cx="34798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/bluf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61475" y="4838998"/>
            <a:ext cx="34798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Concise bottom-line-up-front summary for decision-makers.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5892" y="3789561"/>
            <a:ext cx="450343" cy="4503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55892" y="4454525"/>
            <a:ext cx="34798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/runbook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4355892" y="4838998"/>
            <a:ext cx="34798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playbooks tied to the promoted incident and evidence.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61475" y="5595144"/>
            <a:ext cx="10868745" cy="697508"/>
          </a:xfrm>
          <a:prstGeom prst="roundRect">
            <a:avLst>
              <a:gd name="adj" fmla="val 3874"/>
            </a:avLst>
          </a:prstGeom>
          <a:solidFill>
            <a:srgbClr val="D7DFF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52" y="5838230"/>
            <a:ext cx="225122" cy="18008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46752" y="5811738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ThreatFusion remains the source of truth — IBM Bob and MCP are investigation and delivery layers only.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C0E48E-74CF-7E1B-2E04-A9E2E6A4AB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9669" y="6292652"/>
            <a:ext cx="1262332" cy="575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107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— Deterministic, Evidence-First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84859"/>
            <a:ext cx="5203794" cy="2244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1658" y="4503338"/>
            <a:ext cx="1180554" cy="14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IBM Bob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11658" y="3983881"/>
            <a:ext cx="1180554" cy="14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1658" y="3469671"/>
            <a:ext cx="1180554" cy="14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ThreatFusion Engine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1658" y="2950214"/>
            <a:ext cx="1180554" cy="14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 Sources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32776" y="2517080"/>
            <a:ext cx="5203794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 Sources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EDR, NDR, SIEM, cloud logs, threat feeds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ThreatFusion Engine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deterministic correlator, temporal engine, explainable scorer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MCP Server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read-only bridge, audit logs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Bob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investigator UI and conversational endpoints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B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deterministic analysis, grounded evidence, read-only investigations, NO autonomous containment (human-in-loop)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7847F2-389D-BC8C-51A2-2F04F926D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149618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883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— Synthetic Offline Benchmark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554784"/>
            <a:ext cx="2575357" cy="1686818"/>
          </a:xfrm>
          <a:prstGeom prst="roundRect">
            <a:avLst>
              <a:gd name="adj" fmla="val 1681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743795"/>
            <a:ext cx="21973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Observations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152477"/>
            <a:ext cx="21973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62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observed events (synthetic)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554784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3614846" y="2743795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Candidate Hypotheses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14846" y="3447752"/>
            <a:ext cx="21974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correlated hypotheses requiring analyst review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554784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6379308" y="2743795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Promoted Incidents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3152477"/>
            <a:ext cx="21974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incidents promoted with full justification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554784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3771" y="2743795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Benign Clusters Promoted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43771" y="3447752"/>
            <a:ext cx="21974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11D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benign clusters incorrectly promoted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45422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Label: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Synthetic offline benchmark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benchmark verifies evidence-driven promotion and low false-promotion rate in controlled test data.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DB5655-C1B6-D561-3FBB-C11C4F32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937" y="6233106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10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726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ThreatFusion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56012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Alert Overload to Actionable Intelligence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FourPointers · IBM BoB AI Innovation Hackathon 2026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886101"/>
            <a:ext cx="10868745" cy="1360785"/>
          </a:xfrm>
          <a:prstGeom prst="roundRect">
            <a:avLst>
              <a:gd name="adj" fmla="val 2084"/>
            </a:avLst>
          </a:prstGeom>
          <a:solidFill>
            <a:srgbClr val="D7DF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153793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122341"/>
            <a:ext cx="10065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does ThreatFusion turn fragmented defence alerts into explainable, prioritised, actionable intelligence? By correlating entities with behavioral evidence, mapping to ATT&amp;CK, scoring transparently, and delivering concise BLUF + runbooks through IBM Bob via MCP — human-in-the-loop, evidence-first.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BE347A-D8F5-40CE-BCE4-81995374A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233106"/>
            <a:ext cx="1425063" cy="624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512</Words>
  <Application>Microsoft Office PowerPoint</Application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Slab</vt:lpstr>
      <vt:lpstr>Roboto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24DIT019 dhruv gajera</cp:lastModifiedBy>
  <cp:revision>2</cp:revision>
  <dcterms:created xsi:type="dcterms:W3CDTF">2026-09-19T09:08:17Z</dcterms:created>
  <dcterms:modified xsi:type="dcterms:W3CDTF">2026-09-19T09:10:37Z</dcterms:modified>
</cp:coreProperties>
</file>