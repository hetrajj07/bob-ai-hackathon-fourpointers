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ThreatFusion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D2 — From alerts to attack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>
                <a:solidFill>
                  <a:srgbClr val="EBF2F8"/>
                </a:solidFill>
              </a:defRPr>
            </a:pPr>
            <a:r>
              <a:t>Fragmented observations are not yet an incident.</a:t>
            </a:r>
          </a:p>
          <a:p>
            <a:pPr>
              <a:spcAft>
                <a:spcPts val="1500"/>
              </a:spcAft>
              <a:defRPr sz="2300">
                <a:solidFill>
                  <a:srgbClr val="EBF2F8"/>
                </a:solidFill>
              </a:defRPr>
            </a:pPr>
            <a:r>
              <a:t>ThreatFusion builds evidence-backed hypotheses, validates them against ATT&amp;CK behavior, and produces a commander-ready BLUF.</a:t>
            </a:r>
          </a:p>
          <a:p>
            <a:pPr>
              <a:spcAft>
                <a:spcPts val="1500"/>
              </a:spcAft>
              <a:defRPr sz="2300">
                <a:solidFill>
                  <a:srgbClr val="EBF2F8"/>
                </a:solidFill>
              </a:defRPr>
            </a:pPr>
            <a:r>
              <a:t>IBM Bob is the investigation interface through MCP.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The D2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High-volume, heterogeneous signals create correlation errors as well as alert fatigue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EBF2F8"/>
                </a:solidFill>
              </a:defRPr>
            </a:pPr>
            <a:r>
              <a:t>SIEM, endpoint, network-sensor and intelligence data arrive in different schemas.</a:t>
            </a:r>
          </a:p>
          <a:p>
            <a:pPr>
              <a:spcAft>
                <a:spcPts val="1500"/>
              </a:spcAft>
              <a:defRPr sz="2200">
                <a:solidFill>
                  <a:srgbClr val="EBF2F8"/>
                </a:solidFill>
              </a:defRPr>
            </a:pPr>
            <a:r>
              <a:t>Naïve shared-host/time grouping can over-correlate routine activity.</a:t>
            </a:r>
          </a:p>
          <a:p>
            <a:pPr>
              <a:spcAft>
                <a:spcPts val="1500"/>
              </a:spcAft>
              <a:defRPr sz="2200">
                <a:solidFill>
                  <a:srgbClr val="EBF2F8"/>
                </a:solidFill>
              </a:defRPr>
            </a:pPr>
            <a:r>
              <a:t>Commanders need prioritized decisions, not another alert queue.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How ThreatFusion reasons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Candidate clustering is not incident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1. Normalize four source types.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2. Build weighted temporal/entity candidate links.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3. Infer ATT&amp;CK techniques/sub-techniques with per-record rationale.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4. Measure attack-flow coherence, source independence and negative evidence.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5. Separate evidence confidence, threat severity, mission impact and urgency.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A reproducible synthetic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The bundled dataset is for demonstration, not a production effectiveness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37 observations → 2 candidate hypotheses → 1 promoted incident.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The benchmark contains one seeded positive incident and one benign/ambiguous cluster.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Offline evaluation keeps ground truth out of runtime detection.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Current run: baseline clustering flags the benign cluster; enhanced promotion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Inside the promoted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Evidence chain from initial access to lateral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08:00 — CTI report + T1566.001</a:t>
            </a:r>
          </a:p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08:02 — attachment opened on ENG-WKS17</a:t>
            </a:r>
          </a:p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08:03 — PowerShell execution + T1059.001</a:t>
            </a:r>
          </a:p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08:09 — LSASS credential access + T1003.001</a:t>
            </a:r>
          </a:p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08:14 — RDP to ENG-DB01 + T1021.001</a:t>
            </a:r>
          </a:p>
          <a:p>
            <a:pPr>
              <a:spcAft>
                <a:spcPts val="1500"/>
              </a:spcAft>
              <a:defRPr sz="1800">
                <a:solidFill>
                  <a:srgbClr val="EBF2F8"/>
                </a:solidFill>
              </a:defRPr>
            </a:pPr>
            <a:r>
              <a:t>08:15 — independent IOC corroboration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Risk is explainable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No opaque “AI threat score”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EBF2F8"/>
                </a:solidFill>
              </a:defRPr>
            </a:pPr>
            <a:r>
              <a:t>Evidence confidence: 92.1%</a:t>
            </a:r>
          </a:p>
          <a:p>
            <a:pPr>
              <a:spcAft>
                <a:spcPts val="1500"/>
              </a:spcAft>
              <a:defRPr sz="2100">
                <a:solidFill>
                  <a:srgbClr val="EBF2F8"/>
                </a:solidFill>
              </a:defRPr>
            </a:pPr>
            <a:r>
              <a:t>Threat severity: 92/100</a:t>
            </a:r>
          </a:p>
          <a:p>
            <a:pPr>
              <a:spcAft>
                <a:spcPts val="1500"/>
              </a:spcAft>
              <a:defRPr sz="2100">
                <a:solidFill>
                  <a:srgbClr val="EBF2F8"/>
                </a:solidFill>
              </a:defRPr>
            </a:pPr>
            <a:r>
              <a:t>Mission impact: 95/100</a:t>
            </a:r>
          </a:p>
          <a:p>
            <a:pPr>
              <a:spcAft>
                <a:spcPts val="1500"/>
              </a:spcAft>
              <a:defRPr sz="2100">
                <a:solidFill>
                  <a:srgbClr val="EBF2F8"/>
                </a:solidFill>
              </a:defRPr>
            </a:pPr>
            <a:r>
              <a:t>Urgency: 97/100</a:t>
            </a:r>
          </a:p>
          <a:p>
            <a:pPr>
              <a:spcAft>
                <a:spcPts val="1500"/>
              </a:spcAft>
              <a:defRPr sz="2100">
                <a:solidFill>
                  <a:srgbClr val="EBF2F8"/>
                </a:solidFill>
              </a:defRPr>
            </a:pPr>
            <a:r>
              <a:t>Every dimension has evidence/provenance; contradictions and unobserved intermediate tactics are surfaced as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IBM Bob +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Bob interrogates the same grounded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/investigate &lt;incident&gt; → evidence, ATT&amp;CK, flow, risk, uncertainty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/explain &lt;incident&gt; → deterministic risk decomposition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/bluf &lt;incident&gt; → commander-ready summary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Project configuration is versioned in .bob/mcp.json; the MCP server is local STDIO and read-only.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What is intentionally not claimed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Security engineering discipline is part of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Actor similarity is historical technique overlap, not attribution.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Missing telemetry is not interpreted as proof of absence.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Synthetic benchmark results are not production detection metrics.</a:t>
            </a:r>
          </a:p>
          <a:p>
            <a:pPr>
              <a:spcAft>
                <a:spcPts val="1500"/>
              </a:spcAft>
              <a:defRPr sz="2000">
                <a:solidFill>
                  <a:srgbClr val="EBF2F8"/>
                </a:solidFill>
              </a:defRPr>
            </a:pPr>
            <a:r>
              <a:t>The prototype has no autonomous containment or external operational data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Beyond the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A focused vertical slice with a clear production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Replace bundled telemetry with approved SIEM/EDR/network/CTI connectors.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Move candidate clustering to streaming/indexed infrastructure.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Add STIX/TAXII ingestion at the boundary.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Add enterprise identity, authorization, audit logging and secrets management.</a:t>
            </a:r>
          </a:p>
          <a:p>
            <a:pPr>
              <a:spcAft>
                <a:spcPts val="1500"/>
              </a:spcAft>
              <a:defRPr sz="1900">
                <a:solidFill>
                  <a:srgbClr val="EBF2F8"/>
                </a:solidFill>
              </a:defRPr>
            </a:pPr>
            <a:r>
              <a:t>Keep evidence provenance and deterministic promotion as the safety boundary around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BF2F8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C6"/>
                </a:solidFill>
              </a:defRPr>
            </a:pPr>
            <a:r>
              <a:t>Design validation checked 15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MITRE ATT&amp;CK v19.2 — attack.mitre.org</a:t>
            </a:r>
          </a:p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MITRE Center for Threat-Informed Defense — Attack Flow</a:t>
            </a:r>
          </a:p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MITRE Detection Strategies — attack.mitre.org/detectionstrategies</a:t>
            </a:r>
          </a:p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IBM QRadar — offense prioritization / relevance, severity, credibility</a:t>
            </a:r>
          </a:p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IBM Bob — project MCP / local STDIO configuration</a:t>
            </a:r>
          </a:p>
          <a:p>
            <a:pPr>
              <a:spcAft>
                <a:spcPts val="1500"/>
              </a:spcAft>
              <a:defRPr sz="1700">
                <a:solidFill>
                  <a:srgbClr val="EBF2F8"/>
                </a:solidFill>
              </a:defRPr>
            </a:pPr>
            <a:r>
              <a:t>OASIS STIX 2.1 and TAXII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B4C6"/>
                </a:solidFill>
              </a:defRPr>
            </a:pPr>
            <a:r>
              <a:t>ThreatFusion · Four-Pointers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